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Google Sans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9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i="1"/>
              <a:t>All solutions must leverage Google Cloud technologies. NVIDIA technologies should be included by teams that have selected the NVIDIA problem statement.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 1618872812.png"/>
          <p:cNvPicPr preferRelativeResize="0"/>
          <p:nvPr/>
        </p:nvPicPr>
        <p:blipFill rotWithShape="1">
          <a:blip r:embed="rId3">
            <a:alphaModFix/>
          </a:blip>
          <a:srcRect l="1840" r="1840"/>
          <a:stretch/>
        </p:blipFill>
        <p:spPr>
          <a:xfrm>
            <a:off x="0" y="0"/>
            <a:ext cx="9144003" cy="28275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63125" y="3034275"/>
            <a:ext cx="8270400" cy="17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Participant Details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Participant Name: Ayush Jaiswal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NVIDIA Track — Build a data intelligence tool people would actually use, and show how acceleration helps them make a faster or better decision.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the idea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63125" y="11241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RestockIQ is a GPU-accelerated inventory intelligence tool that helps retail store managers prevent stockouts before they happen. It processes 29.2 million POS transaction records, computes stockout risk scores using NVIDIA cudf.pandas — a 6.4x speedup over CPU pandas (120.4s to 18.8s) — and uses Gemini to turn that risk data into a plain-English daily action briefing. The result: a two-minute stale batch report becomes a 19-second, always-fresh decision a manager can act on immediately.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463125" y="3655337"/>
            <a:ext cx="8558411" cy="2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Approach: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DuckDB (BigQuery-style SQL layer) cleans the data, NVIDIA cudf.pandas GPU-accelerates the risk-scoring pipeline, and Gemini turns the results into one actionable recommendation.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Real-world impact: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Store managers can't manually track stockout risk across 100,000+ SKU-store combinations. RestockIQ replaces a stale, two-minute batch report with a live, 19-second risk view.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POS data → DuckDB cleaning → GPU-accelerated feature engineering &amp; risk fusion (cudf.pandas) → Streamlit dashboard → Gemini daily briefing with one recommended action.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1698825" y="1296325"/>
            <a:ext cx="745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463125" y="787050"/>
            <a:ext cx="8208685" cy="194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Your solution should be able to explain the following: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did you approach the common problem statement and translate it into a working solution using Google Cloud technologies (e.g., </a:t>
            </a:r>
            <a:r>
              <a:rPr lang="en-GB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ADK, Vertex AI, Gemini, etc.) while ensuring the hackathon's core requirements are met? If you selected the NVIDIA problem statement, also explain how NVIDIA technologies were integrated into your solution.</a:t>
            </a:r>
            <a:br>
              <a:rPr lang="en-GB" sz="14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sz="14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real-world problem does your solution address, and what practical impact does it create for users, organizations, or communities?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?</a:t>
            </a:r>
            <a:br>
              <a:rPr lang="en-GB" sz="14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sz="14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core architecture or workflow behind your solution, and how does it transform data into actionable insights or intelligent decisions?</a:t>
            </a:r>
            <a:endParaRPr sz="16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463125" y="787050"/>
            <a:ext cx="8270400" cy="13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b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GB" sz="16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sz="16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Google Sans"/>
              <a:buChar char="●"/>
            </a:pPr>
            <a:r>
              <a:rPr lang="en-GB" sz="16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6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463125" y="2392375"/>
            <a:ext cx="8270400" cy="22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Honest acceleration story — we show the case where GPU was initially slower than CPU, and explain the fix, instead of a cherry-picked benchmark.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Decision, not just a dashboard — Gemini turns a 100,000-row risk table into one clear, actionable recommendation.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Fused risk signal — combines stockout urgency, demand velocity, and anomaly detection, not a single metric like "days of stock left."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Tested at scale — benchmarked at both 2.9M and 29.2M rows to show exactly where GPU acceleration starts to matter.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63125" y="11241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317500">
              <a:spcBef>
                <a:spcPts val="600"/>
              </a:spcBef>
              <a:buSzPts val="1400"/>
              <a:buFont typeface="Google Sans"/>
              <a:buChar char="●"/>
            </a:pP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Stockout risk scoring across 100,000+ SKU-store combinations, refreshed on demand</a:t>
            </a:r>
            <a:endParaRPr lang="en-GB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GPU-accelerated feature engineering with NVIDIA </a:t>
            </a:r>
            <a:r>
              <a:rPr lang="en-GB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cudf.pandas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a 6.4x speedup, one line of code</a:t>
            </a:r>
            <a:endParaRPr sz="14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Ranked risk table and store-level heatmap dashboard</a:t>
            </a:r>
            <a:endParaRPr sz="14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Anomaly detection that flags sudden demand spikes</a:t>
            </a:r>
            <a:endParaRPr sz="14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Gemini-powered daily briefing with one recommended action, regenerated live on demand</a:t>
            </a:r>
            <a:endParaRPr sz="14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Transparent CPU vs GPU benchmark chart, built into the dashboard itself</a:t>
            </a:r>
            <a:endParaRPr sz="14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463125" y="11241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665683" y="1737360"/>
            <a:ext cx="1371600" cy="1737360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1095451" y="1901952"/>
            <a:ext cx="512064" cy="5120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65683" y="1901952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11403" y="25146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Ingest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11403" y="2907791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Calibri"/>
              </a:rPr>
              <a:t>29.2M POS rows</a:t>
            </a:r>
          </a:p>
        </p:txBody>
      </p:sp>
      <p:sp>
        <p:nvSpPr>
          <p:cNvPr id="97" name="Chevron 96"/>
          <p:cNvSpPr/>
          <p:nvPr/>
        </p:nvSpPr>
        <p:spPr>
          <a:xfrm>
            <a:off x="2025853" y="2450591"/>
            <a:ext cx="274320" cy="292608"/>
          </a:xfrm>
          <a:prstGeom prst="chevron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2288743" y="1737360"/>
            <a:ext cx="1371600" cy="1737360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2718511" y="1901952"/>
            <a:ext cx="512064" cy="5120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2288743" y="1901952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334463" y="25146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Clean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334463" y="2907791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Calibri"/>
              </a:rPr>
              <a:t>DuckDB SQL layer</a:t>
            </a:r>
          </a:p>
        </p:txBody>
      </p:sp>
      <p:sp>
        <p:nvSpPr>
          <p:cNvPr id="103" name="Chevron 102"/>
          <p:cNvSpPr/>
          <p:nvPr/>
        </p:nvSpPr>
        <p:spPr>
          <a:xfrm>
            <a:off x="3648913" y="2450591"/>
            <a:ext cx="274320" cy="292608"/>
          </a:xfrm>
          <a:prstGeom prst="chevron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3911803" y="1737360"/>
            <a:ext cx="1371600" cy="1737360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4341571" y="1901952"/>
            <a:ext cx="512064" cy="5120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911803" y="1901952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57523" y="25146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Accelerate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57523" y="2907791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Calibri"/>
              </a:rPr>
              <a:t>cudf.pandas GPU</a:t>
            </a:r>
          </a:p>
        </p:txBody>
      </p:sp>
      <p:sp>
        <p:nvSpPr>
          <p:cNvPr id="109" name="Chevron 108"/>
          <p:cNvSpPr/>
          <p:nvPr/>
        </p:nvSpPr>
        <p:spPr>
          <a:xfrm>
            <a:off x="5271973" y="2450591"/>
            <a:ext cx="274320" cy="292608"/>
          </a:xfrm>
          <a:prstGeom prst="chevron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109"/>
          <p:cNvSpPr/>
          <p:nvPr/>
        </p:nvSpPr>
        <p:spPr>
          <a:xfrm>
            <a:off x="5534863" y="1737360"/>
            <a:ext cx="1371600" cy="1737360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5964631" y="1901952"/>
            <a:ext cx="512064" cy="5120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5534863" y="1901952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580583" y="25146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Score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80583" y="2907791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Calibri"/>
              </a:rPr>
              <a:t>Risk fusion</a:t>
            </a:r>
          </a:p>
        </p:txBody>
      </p:sp>
      <p:sp>
        <p:nvSpPr>
          <p:cNvPr id="115" name="Chevron 114"/>
          <p:cNvSpPr/>
          <p:nvPr/>
        </p:nvSpPr>
        <p:spPr>
          <a:xfrm>
            <a:off x="6895033" y="2450591"/>
            <a:ext cx="274320" cy="292608"/>
          </a:xfrm>
          <a:prstGeom prst="chevron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7157923" y="1737360"/>
            <a:ext cx="1371600" cy="1737360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7587691" y="1901952"/>
            <a:ext cx="512064" cy="5120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7157923" y="1901952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203643" y="25146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21295C"/>
                </a:solidFill>
                <a:latin typeface="Calibri"/>
              </a:rPr>
              <a:t>Decide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203643" y="2907791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Calibri"/>
              </a:rPr>
              <a:t>Gemini briefing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62686" y="3703320"/>
            <a:ext cx="826983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64748B"/>
                </a:solidFill>
                <a:latin typeface="Calibri"/>
              </a:rPr>
              <a:t>Same use-case throughout: a store manager checks this flow each morning to know exactly what to reorder today.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463125" y="118497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6725" y="3894859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dirty="0">
                <a:solidFill>
                  <a:srgbClr val="64748B"/>
                </a:solidFill>
                <a:latin typeface="Calibri"/>
              </a:rPr>
              <a:t>Live risk ranking + KPI header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500265" y="3878925"/>
            <a:ext cx="2880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dirty="0">
                <a:solidFill>
                  <a:srgbClr val="64748B"/>
                </a:solidFill>
                <a:latin typeface="Calibri"/>
              </a:rPr>
              <a:t>Store risk heatmap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EC4F8B-C71C-4AB1-ADCA-6126C6AB0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6734" y="1459551"/>
            <a:ext cx="3927423" cy="22749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0386DE-543B-4E41-AB49-8CA00A6719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2" y="1459552"/>
            <a:ext cx="4144030" cy="22749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solution: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463125" y="118497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502920" y="1417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E3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Calibri"/>
              </a:rPr>
              <a:t>Synthetic POS data
(29.2M rows)</a:t>
            </a:r>
          </a:p>
        </p:txBody>
      </p:sp>
      <p:sp>
        <p:nvSpPr>
          <p:cNvPr id="107" name="Down Arrow 106"/>
          <p:cNvSpPr/>
          <p:nvPr/>
        </p:nvSpPr>
        <p:spPr>
          <a:xfrm>
            <a:off x="1737360" y="1901951"/>
            <a:ext cx="201168" cy="164592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502920" y="2039112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E3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Calibri"/>
              </a:rPr>
              <a:t>DuckDB cleaning layer</a:t>
            </a:r>
          </a:p>
        </p:txBody>
      </p:sp>
      <p:sp>
        <p:nvSpPr>
          <p:cNvPr id="109" name="Down Arrow 108"/>
          <p:cNvSpPr/>
          <p:nvPr/>
        </p:nvSpPr>
        <p:spPr>
          <a:xfrm>
            <a:off x="1737360" y="2523744"/>
            <a:ext cx="201168" cy="164592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109"/>
          <p:cNvSpPr/>
          <p:nvPr/>
        </p:nvSpPr>
        <p:spPr>
          <a:xfrm>
            <a:off x="502920" y="266090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E3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950" b="0">
                <a:solidFill>
                  <a:srgbClr val="1E293B"/>
                </a:solidFill>
                <a:latin typeface="Calibri"/>
              </a:rPr>
              <a:t>Feature engineering
(rolling demand, velocity)</a:t>
            </a:r>
          </a:p>
        </p:txBody>
      </p:sp>
      <p:sp>
        <p:nvSpPr>
          <p:cNvPr id="111" name="Down Arrow 110"/>
          <p:cNvSpPr/>
          <p:nvPr/>
        </p:nvSpPr>
        <p:spPr>
          <a:xfrm>
            <a:off x="822960" y="3154680"/>
            <a:ext cx="182880" cy="164592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Down Arrow 111"/>
          <p:cNvSpPr/>
          <p:nvPr/>
        </p:nvSpPr>
        <p:spPr>
          <a:xfrm>
            <a:off x="2423160" y="3154680"/>
            <a:ext cx="182880" cy="164592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502920" y="3374136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D8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Calibri"/>
              </a:rPr>
              <a:t>CPU (pandas)
120.4s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920240" y="3374136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GPU (cudf.pandas)
18.8s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566160" y="2101291"/>
            <a:ext cx="2286000" cy="960120"/>
          </a:xfrm>
          <a:prstGeom prst="roundRect">
            <a:avLst>
              <a:gd name="adj" fmla="val 12000"/>
            </a:avLst>
          </a:prstGeom>
          <a:solidFill>
            <a:srgbClr val="E3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950" b="0">
                <a:solidFill>
                  <a:srgbClr val="1E293B"/>
                </a:solidFill>
                <a:latin typeface="Calibri"/>
              </a:rPr>
              <a:t>Risk fusion:
stockout urgency +
anomaly + velocity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217920" y="1417320"/>
            <a:ext cx="2651760" cy="548640"/>
          </a:xfrm>
          <a:prstGeom prst="roundRect">
            <a:avLst>
              <a:gd name="adj" fmla="val 12000"/>
            </a:avLst>
          </a:prstGeom>
          <a:solidFill>
            <a:srgbClr val="E3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Calibri"/>
              </a:rPr>
              <a:t>risk_scores.parquet</a:t>
            </a:r>
          </a:p>
        </p:txBody>
      </p:sp>
      <p:sp>
        <p:nvSpPr>
          <p:cNvPr id="117" name="Down Arrow 116"/>
          <p:cNvSpPr/>
          <p:nvPr/>
        </p:nvSpPr>
        <p:spPr>
          <a:xfrm>
            <a:off x="7452360" y="1993392"/>
            <a:ext cx="201168" cy="164592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6217920" y="2176272"/>
            <a:ext cx="2651760" cy="640080"/>
          </a:xfrm>
          <a:prstGeom prst="roundRect">
            <a:avLst>
              <a:gd name="adj" fmla="val 12000"/>
            </a:avLst>
          </a:prstGeom>
          <a:solidFill>
            <a:srgbClr val="E3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Calibri"/>
              </a:rPr>
              <a:t>Streamlit Dashboard
(risk table, heatmap, benchmark)</a:t>
            </a:r>
          </a:p>
        </p:txBody>
      </p:sp>
      <p:sp>
        <p:nvSpPr>
          <p:cNvPr id="119" name="Down Arrow 118"/>
          <p:cNvSpPr/>
          <p:nvPr/>
        </p:nvSpPr>
        <p:spPr>
          <a:xfrm>
            <a:off x="7452360" y="2843784"/>
            <a:ext cx="201168" cy="164592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6217920" y="3026664"/>
            <a:ext cx="2651760" cy="54864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Gemini 2.5 Flash</a:t>
            </a:r>
          </a:p>
        </p:txBody>
      </p:sp>
      <p:sp>
        <p:nvSpPr>
          <p:cNvPr id="121" name="Down Arrow 120"/>
          <p:cNvSpPr/>
          <p:nvPr/>
        </p:nvSpPr>
        <p:spPr>
          <a:xfrm>
            <a:off x="7452360" y="3602736"/>
            <a:ext cx="201168" cy="164592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ounded Rectangle 121"/>
          <p:cNvSpPr/>
          <p:nvPr/>
        </p:nvSpPr>
        <p:spPr>
          <a:xfrm>
            <a:off x="6217920" y="3785615"/>
            <a:ext cx="2651760" cy="685800"/>
          </a:xfrm>
          <a:prstGeom prst="roundRect">
            <a:avLst>
              <a:gd name="adj" fmla="val 12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Calibri"/>
              </a:rPr>
              <a:t>Plain-English briefing +
one recommended action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3154680" y="2558491"/>
            <a:ext cx="411480" cy="1044245"/>
          </a:xfrm>
          <a:prstGeom prst="bentConnector3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5852159" y="1691640"/>
            <a:ext cx="365761" cy="866851"/>
          </a:xfrm>
          <a:prstGeom prst="bentConnector3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/ Google / Nvidia Services used in the solution</a:t>
            </a:r>
            <a:br>
              <a:rPr lang="en-GB" sz="10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-GB" sz="10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(Why did you choose your specific AI stack and system design, and how does it support scalability and real-world deployment?)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463125" y="15746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NVIDIA: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cudf.pandas — drop-in GPU acceleration for pandas, executed on an NVIDIA T4 GPU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Google / Data &amp; App Layer: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Gemini API (gemini-2.5-flash) — natural-language decision briefing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DuckDB — local SQL transformation layer, mirroring a BigQuery cleaning pattern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Streamlit + Plotly — live public dashboard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this stack: cudf.pandas needed zero code rewrite yet delivered a 6.4x speedup, and the whole pipeline maps directly onto BigQuery + Cloud Storage + a GPU VM on Google Cloud for production-scale deployment.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679525" y="1014075"/>
            <a:ext cx="7840800" cy="3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prototype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0" name="Google Shape;120;p22"/>
          <p:cNvSpPr txBox="1"/>
          <p:nvPr/>
        </p:nvSpPr>
        <p:spPr>
          <a:xfrm>
            <a:off x="463125" y="11241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-113960" y="3877335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dirty="0">
                <a:solidFill>
                  <a:srgbClr val="64748B"/>
                </a:solidFill>
                <a:latin typeface="Calibri"/>
              </a:rPr>
              <a:t>Gemini AI daily briefing (live regenerate)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421532" y="3906781"/>
            <a:ext cx="2788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dirty="0">
                <a:solidFill>
                  <a:srgbClr val="64748B"/>
                </a:solidFill>
                <a:latin typeface="Calibri"/>
              </a:rPr>
              <a:t>CPU vs GPU benchmark + raw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DFE9B7-4477-4755-A033-80D060C2DC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001"/>
          <a:stretch/>
        </p:blipFill>
        <p:spPr>
          <a:xfrm>
            <a:off x="463126" y="1580828"/>
            <a:ext cx="3966468" cy="19492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9B21CA-19E8-4D14-867F-01AD054EAE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2759" y="1580828"/>
            <a:ext cx="3966467" cy="19438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3" title="Submission deck tq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845</Words>
  <Application>Microsoft Office PowerPoint</Application>
  <PresentationFormat>On-screen Show (16:9)</PresentationFormat>
  <Paragraphs>80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Google Sans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AYUSH JAISWAL</cp:lastModifiedBy>
  <cp:revision>1</cp:revision>
  <dcterms:modified xsi:type="dcterms:W3CDTF">2026-07-04T15:02:56Z</dcterms:modified>
</cp:coreProperties>
</file>